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4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FIFA WORLD CUP</a:t>
            </a:r>
            <a:endParaRPr lang="en-US" sz="4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PREDICTOR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300" kern="0" dirty="0">
                <a:solidFill>
                  <a:srgbClr val="E8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Science Project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 |  Data Science Bootcamp 2025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C04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international football match outcomes using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years of historical data, 4 ML/DL models,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Generative AI — deployed as an interactive app.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Collection — 49K matches + FIFA rankings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Cleaning — Handle nulls, parse dates, classify results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Feature Engineering — 13 contextual features per match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EDA — 7+ visualizations across multiple dimensions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ML/DL — XGBoost, Random Forest, Gradient Boosting, MLP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GenAI — LLM integration via OpenRouter (RAG-style)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Deployment — Streamlit app with 5 interactive pages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200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results.csv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49,287 matches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football 1872–2024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columns: date, teams, scores,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tournament, city, country, neutral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3200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ranking.csv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67,472 records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29000" y="25603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Rankings 1992–2024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columns: rank, country, points,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confederation, date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51760" cy="3200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WC 2026 fixture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104 matches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25603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FIFA schedule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teams, 12 groups, 16 stadiums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+ full knockout bracket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contextual features computed per match — using only pre-match data (no leakage)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  <a:gridCol w="3200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0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C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0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C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0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C0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home_ranking, away_ranking, ranking_diff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FIFA ranking at match date + 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home_form, away_form, form_diff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% in last 10 matches + 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home_goals_avg, away_goals_avg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goals scored (last 10 matches)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h2h_hw_rate, h2h_draw_rate, h2h_aw_rate, h2h_total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head-to-head rates + 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is_neutral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ground flag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6459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42.4%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Win 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World Cups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16459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280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A9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37.0%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291840" y="2103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Win 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World Cups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560320" cy="16459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280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20.7%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126480" y="2103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World Cups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leads all-time World Cup wins (76), followed by Germany (68) and Argentina (47)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football has grown exponentially: 15,000+ matches in the 2010s vs ~300 in the 1870s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predictive features: ranking difference, H2H win rates, and recent form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visualizations created: pie charts, bar charts, heatmaps, choropleth map, correlation plots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MODELS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1097280"/>
                <a:gridCol w="1280160"/>
                <a:gridCol w="22860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C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C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C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Acc (5K)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C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Strength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C04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C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 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C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overall 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Bagging Ensemble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Robust, less overfitting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Sklearn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baseline reference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(Keras)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Non-linear patterns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111122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Football match prediction has a natural accuracy ceiling of ~65–70% due to the sport's inherent randomness. Our ~62% accuracy is consistent with published academic research on football prediction models.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AI INTEGRATION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3200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🤖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Integration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API (free tier)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6-model fallback system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3.3, Nemotron,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auto-rotation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3200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7472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Data-Grounded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5603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statistics passed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context to the LLM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rankings, H2H records,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data from dataset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651760" cy="3200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💬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0080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Chatbot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5603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Q&amp;A about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Cup history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grounded in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49K+ match records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 APPLICATION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interactive pages — live demo follows this slide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Dashboard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4173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EDA visualizations, H2H explorer, world map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594360"/>
          </a:xfrm>
          <a:prstGeom prst="rect">
            <a:avLst/>
          </a:prstGeom>
          <a:solidFill>
            <a:srgbClr val="11112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🔮  Predictor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2103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2 teams → XGBoost prediction with probabilities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5943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88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🏆  WC26 Predictor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27889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World Cup 2026 simulation: groups + knockout bracket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594360"/>
          </a:xfrm>
          <a:prstGeom prst="rect">
            <a:avLst/>
          </a:prstGeom>
          <a:solidFill>
            <a:srgbClr val="11112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74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🤖  AI Analyst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00400" y="34747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match analysis in English or Spanish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60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Chat with Data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00400" y="41605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chatbot answering World Cup history questions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achieved best accuracy (~62%), consistent with research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difference and H2H records are the strongest predictors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advantage adds ~5% win probability in World Cup matches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are hardest to predict (low recall across all models)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Data-grounded GenAI produces factual, useful sports 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146304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player-level data (injuries, key absences)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betting odds as market-implied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proper RAG with vector embeddings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LSTM time-series models for sequence effects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cloud (Streamlit Community Cloud)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C04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  — 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FIFA World Cup AI Predictor</dc:title>
  <dc:subject>PptxGenJS Presentation</dc:subject>
  <dc:creator>Pablo</dc:creator>
  <cp:lastModifiedBy>Pablo</cp:lastModifiedBy>
  <cp:revision>1</cp:revision>
  <dcterms:created xsi:type="dcterms:W3CDTF">2026-04-16T19:48:31Z</dcterms:created>
  <dcterms:modified xsi:type="dcterms:W3CDTF">2026-04-16T19:48:31Z</dcterms:modified>
</cp:coreProperties>
</file>